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756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Python Decision Making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Learn if, else and elif statements with real-life examples.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Real-Life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Traffic Light</a:t>
            </a:r>
          </a:p>
          <a:p>
            <a:endParaRPr/>
          </a:p>
          <a:p>
            <a:r>
              <a:t>Green → Go</a:t>
            </a:r>
          </a:p>
          <a:p>
            <a:r>
              <a:t>Yellow → Slow Down</a:t>
            </a:r>
          </a:p>
          <a:p>
            <a:r>
              <a:t>Red → Stop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an if Statement?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Runs code only when a condition is True.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if Statement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age = 18</a:t>
            </a:r>
          </a:p>
          <a:p>
            <a:endParaRPr dirty="0"/>
          </a:p>
          <a:p>
            <a:r>
              <a:rPr dirty="0"/>
              <a:t>if age &gt;= 18:</a:t>
            </a:r>
          </a:p>
          <a:p>
            <a:r>
              <a:rPr dirty="0"/>
              <a:t>    print("Adult")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Decision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Condition True?</a:t>
            </a:r>
          </a:p>
          <a:p>
            <a:r>
              <a:t>YES → Run Code</a:t>
            </a:r>
          </a:p>
          <a:p>
            <a:r>
              <a:t>NO → Skip Code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else?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Provides a backup action when the condition is False.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if-else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age = 16</a:t>
            </a:r>
          </a:p>
          <a:p>
            <a:endParaRPr dirty="0"/>
          </a:p>
          <a:p>
            <a:r>
              <a:rPr dirty="0"/>
              <a:t>if age &gt;= 18:</a:t>
            </a:r>
          </a:p>
          <a:p>
            <a:r>
              <a:rPr dirty="0"/>
              <a:t>    print("Adult")</a:t>
            </a:r>
          </a:p>
          <a:p>
            <a:r>
              <a:rPr dirty="0"/>
              <a:t>else:</a:t>
            </a:r>
          </a:p>
          <a:p>
            <a:r>
              <a:rPr dirty="0"/>
              <a:t>    print("Minor")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elif?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Used when checking multiple conditions.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elif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5019" y="1600200"/>
            <a:ext cx="8229600" cy="4525963"/>
          </a:xfrm>
        </p:spPr>
        <p:txBody>
          <a:bodyPr>
            <a:normAutofit lnSpcReduction="10000"/>
          </a:bodyPr>
          <a:lstStyle/>
          <a:p>
            <a:r>
              <a:rPr lang="en-GB" dirty="0"/>
              <a:t>marks = 75</a:t>
            </a:r>
          </a:p>
          <a:p>
            <a:endParaRPr lang="en-GB" dirty="0"/>
          </a:p>
          <a:p>
            <a:r>
              <a:rPr lang="en-GB" dirty="0"/>
              <a:t>if marks &gt;= 80:</a:t>
            </a:r>
          </a:p>
          <a:p>
            <a:r>
              <a:rPr lang="en-GB" dirty="0"/>
              <a:t>    print("Grade A")</a:t>
            </a:r>
          </a:p>
          <a:p>
            <a:r>
              <a:rPr lang="en-GB" dirty="0" err="1"/>
              <a:t>elif</a:t>
            </a:r>
            <a:r>
              <a:rPr lang="en-GB" dirty="0"/>
              <a:t> marks &gt;= 60:</a:t>
            </a:r>
          </a:p>
          <a:p>
            <a:r>
              <a:rPr lang="en-GB" dirty="0"/>
              <a:t>    print("Grade B")</a:t>
            </a:r>
          </a:p>
          <a:p>
            <a:r>
              <a:rPr lang="en-GB" dirty="0"/>
              <a:t>else:</a:t>
            </a:r>
          </a:p>
          <a:p>
            <a:r>
              <a:rPr lang="en-GB" dirty="0"/>
              <a:t>    print("Grade C")</a:t>
            </a:r>
            <a:endParaRPr lang="en-GB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Flowchart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Grade A → Grade B → Grade C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Weather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temperature = 35</a:t>
            </a:r>
          </a:p>
          <a:p>
            <a:endParaRPr dirty="0"/>
          </a:p>
          <a:p>
            <a:r>
              <a:rPr dirty="0"/>
              <a:t>if temperature &gt;= 40:</a:t>
            </a:r>
          </a:p>
          <a:p>
            <a:r>
              <a:rPr dirty="0"/>
              <a:t>    print("Very Hot")</a:t>
            </a:r>
          </a:p>
          <a:p>
            <a:r>
              <a:rPr dirty="0" err="1"/>
              <a:t>elif</a:t>
            </a:r>
            <a:r>
              <a:rPr dirty="0"/>
              <a:t> temperature &gt;= 25:</a:t>
            </a:r>
          </a:p>
          <a:p>
            <a:r>
              <a:rPr dirty="0"/>
              <a:t>    print("Warm")</a:t>
            </a:r>
          </a:p>
          <a:p>
            <a:r>
              <a:rPr dirty="0"/>
              <a:t>else:</a:t>
            </a:r>
          </a:p>
          <a:p>
            <a:r>
              <a:rPr dirty="0"/>
              <a:t>    print("Cold")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Mistakes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if age = 18 ❌</a:t>
            </a:r>
          </a:p>
          <a:p>
            <a:r>
              <a:t>if age == 18 ✅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if = first condition</a:t>
            </a:r>
          </a:p>
          <a:p>
            <a:r>
              <a:t>elif = extra conditions</a:t>
            </a:r>
          </a:p>
          <a:p>
            <a:r>
              <a:t>else = default action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220</Words>
  <Application>Microsoft Office PowerPoint</Application>
  <PresentationFormat>Widescreen</PresentationFormat>
  <Paragraphs>57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Python Decision Making</vt:lpstr>
      <vt:lpstr>Real-Life Example</vt:lpstr>
      <vt:lpstr>What is an if Statement?</vt:lpstr>
      <vt:lpstr>if Statement Example</vt:lpstr>
      <vt:lpstr>Decision Flow</vt:lpstr>
      <vt:lpstr>What is else?</vt:lpstr>
      <vt:lpstr>if-else Example</vt:lpstr>
      <vt:lpstr>What is elif?</vt:lpstr>
      <vt:lpstr>elif Example</vt:lpstr>
      <vt:lpstr>Flowchart</vt:lpstr>
      <vt:lpstr>Weather Example</vt:lpstr>
      <vt:lpstr>Common Mistakes</vt:lpstr>
      <vt:lpstr>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Decision Making</dc:title>
  <dc:subject/>
  <dc:creator/>
  <cp:keywords/>
  <dc:description>generated using python-pptx</dc:description>
  <cp:lastModifiedBy>ABC</cp:lastModifiedBy>
  <cp:revision>4</cp:revision>
  <dcterms:created xsi:type="dcterms:W3CDTF">2013-01-27T09:14:16Z</dcterms:created>
  <dcterms:modified xsi:type="dcterms:W3CDTF">2026-06-29T16:08:20Z</dcterms:modified>
  <cp:category/>
</cp:coreProperties>
</file>