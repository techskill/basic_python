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"John" + "Smith"</a:t>
            </a:r>
          </a:p>
          <a:p/>
          <a:p>
            <a:r>
              <a:t>↓</a:t>
            </a:r>
          </a:p>
          <a:p/>
          <a:p>
            <a:r>
              <a:t>"JohnSmith"</a:t>
            </a:r>
          </a:p>
          <a:p/>
          <a:p>
            <a:r>
              <a:t>Python joins text exactly as written.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"John" + " " + "Smith"</a:t>
            </a:r>
          </a:p>
          <a:p/>
          <a:p>
            <a:r>
              <a:t>↓</a:t>
            </a:r>
          </a:p>
          <a:p/>
          <a:p>
            <a:r>
              <a:t>"John Smith"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"Hello" + " " + "Taha" + "!"</a:t>
            </a:r>
          </a:p>
          <a:p/>
          <a:p>
            <a:r>
              <a:t>↓</a:t>
            </a:r>
          </a:p>
          <a:p/>
          <a:p>
            <a:r>
              <a:t>"Hello Taha!"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"My age is " + 18</a:t>
            </a:r>
          </a:p>
          <a:p/>
          <a:p>
            <a:r>
              <a:t>↓</a:t>
            </a:r>
          </a:p>
          <a:p/>
          <a:p>
            <a:r>
              <a:t>TypeError 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with str()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 → str(18) → "18"</a:t>
            </a:r>
          </a:p>
          <a:p/>
          <a:p>
            <a:r>
              <a:t>"My age is " + "18"</a:t>
            </a:r>
          </a:p>
          <a:p/>
          <a:p>
            <a:r>
              <a:t>↓</a:t>
            </a:r>
          </a:p>
          <a:p/>
          <a:p>
            <a:r>
              <a:t>"My age is 18"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f-Strings vs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 Method:</a:t>
            </a:r>
          </a:p>
          <a:p>
            <a:r>
              <a:t>product + " costs " + price</a:t>
            </a:r>
          </a:p>
          <a:p/>
          <a:p>
            <a:r>
              <a:t>New Method:</a:t>
            </a:r>
          </a:p>
          <a:p>
            <a:r>
              <a:t>f"{product} costs £{price}"</a:t>
            </a:r>
          </a:p>
          <a:p/>
          <a:p>
            <a:r>
              <a:t>Cleaner &amp; More Professional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